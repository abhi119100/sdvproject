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c0fc58ee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c0fc58ee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c0fc58e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c0fc58e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dc0fc58ee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dc0fc58ee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dc0fc58ee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dc0fc58ee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c0fc58e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dc0fc58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dc0fc58ee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dc0fc58ee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dc0fc58ee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dc0fc58ee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dc0fc58ee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dc0fc58ee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dc0fc58e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dc0fc58e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dc0fc58e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dc0fc58e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dc0fc58ee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dc0fc58ee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dc0fc58ee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dc0fc58ee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dc0fc58ee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dc0fc58e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dc0fc58ee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dc0fc58ee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dc0fc58ee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dc0fc58ee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dc0fc58ee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dc0fc58ee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dc0fc58ee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dc0fc58ee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dc0fc58ee_2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dc0fc58ee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dc0fc58ee_2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dc0fc58ee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dc0fc58ee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dc0fc58ee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dc0fc58ee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dc0fc58ee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dc0fc58ee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dc0fc58ee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dc0fc58ee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dc0fc58ee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dc0fc58ee_2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dc0fc58ee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dc0fc58ee_2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dc0fc58ee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dc0fc58ee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dc0fc58ee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dc0fc58ee_2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dc0fc58ee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dc0fc58ee_2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dc0fc58ee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dc0fc58ee_2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dc0fc58ee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dc0fc58ee_2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dc0fc58ee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6216" y="12945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/>
              <a:t>NBA Player Performance Dashboard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/>
              <a:t>Data Visualization Project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22508" y="3998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CSCE 5320 - Data Visualization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2024-2025 NBA Season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Abhijit Sappidi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11723306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47000" y="132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47000" y="954675"/>
            <a:ext cx="8520600" cy="40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NBA teams spend billions on player salaries, yet not all high-paid players deliver proportional on-court performance. Before analyzing salary efficiency, we must first understand the performance landscape: Who are the top performers? How do stats vary by position and role?</a:t>
            </a:r>
            <a:endParaRPr sz="15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1 Focus:</a:t>
            </a:r>
            <a:endParaRPr sz="15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Explore, clean, and visualize the 2024-25 NBA Player Stats dataset to uncover performance patterns, positional differences, and statistical correlations.</a:t>
            </a:r>
            <a:endParaRPr sz="15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2 Preview (Future):</a:t>
            </a:r>
            <a:endParaRPr sz="15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salary data to compute Performance Value Index and identify undervalued vs. overpaid players.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Questions We Answer in Project 1: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Who are the top-performing NBA players in the 2024-25 season?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How does performance vary across positions? (Point Guards vs. Shooting Guards vs. Centers)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Which performance metrics correlate most strongly with overall player efficiency?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What does the scoring distribution look like across all NBA players — and where is the elite tier?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NBA Sports Analytics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Audience: Team management, coaches, scouts, fantasy analysts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endParaRPr sz="25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26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Import and explore the 2024-25 NBA player stats dataset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Clean data — handle missing values, filter low-game players,  standardize position labels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Create 8 static visualizations covering distributions,  positional comparisons, and correlations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Perform correlation analysis : identify which stats predict overall player efficiency (PER)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Generate summary insights by position and performance tier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Build dashboards in Tableau and Power BI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>
                <a:latin typeface="Times New Roman"/>
                <a:ea typeface="Times New Roman"/>
                <a:cs typeface="Times New Roman"/>
                <a:sym typeface="Times New Roman"/>
              </a:rPr>
              <a:t>Dataset Details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764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1: NBA Player Stats 2024-25 (Per Game)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   Kaggle — ratin21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URL:       kaggle.com/datasets/ratin21/nba-player-stats-2024-25-per-game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     Structured CSV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Size:  735 rows × 30+ columns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Cleaned:   590 players × 32 columns (after filtering G ≥ 15)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Columns Used: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Player, Pos, Team, Age, G (Games Played) PTS (Points Per Game) TRB (Total Rebounds Per Game) AST (Assists Per Game) STL, BLK, TOV, FG%, 3P%, FT% (Shooting Percentages)  USG% (Usage Rate)  from Advanced Stats PER (Player Efficiency Rating)  from Advanced Stats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marR="7620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49975" y="23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 - Data Collection &amp; Cleaning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976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Data Sources: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• Basketball-Reference.com (Per-game and Advanced statistics)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• Initial dataset: 735 players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Data Cleaning Steps (Python/Pandas):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1. Handled traded players - kept TOT (Total) rows for full season stats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2. Filtered minimum 15 games played for statistical significance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3. Simplified positions to 5 main categories (PG, SG, SF, PF, C)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4. Converted all statistics to numeric format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5. Merged per-game stats with advanced metrics (PER, USG%)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6. Removed missing values and duplicates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Final Cleaned Dataset: 590 players with 32 attributes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8300" y="90650"/>
            <a:ext cx="32258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Task Abstraction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ACTIONS — Methods Used: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Distribution Analysis   → Histogram of PTS to understand scoring spread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Positional Aggregation   → Box plots of PTS, TRB, AST grouped by position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Correlation Analysis   → Scatter plots: USG% vs PER, FG% vs PTS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			→ Heatmap: correlation matrix of all key metrics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Comparative Aggregation  → Grouped bar chart: avg PTS, REB, AST by position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Tools: Python (Matplotlib, Seaborn), Tableau, Power BI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 1: Python (Google Colab)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Pandas — data loading, cleaning, merging, filtering, NumPy — numerical operations, correlation calculations,Matplotlib — chart generation (VIZ 1-8),Seaborn — heatmap and styled visualizations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Output: 8 PNG chart files + cleaned CSV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 2: Tableau Public (Free)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Connected to nba_stats_cleaned.csv  Built 4 charts: Bar, Box Plot ×2, Scatter,Saved as: tableau_dashboard.twbx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 3: Microsoft Power BI Desktop (Free)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Connected to nba_stats_cleaned.csv, Built 4 charts: Bar, Table, Scatter ×2, Saved as: powerbi_dashboard.pbix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Flow:Raw CSVs → Python Cleaning → Cleaned CSV→ Tableau + Power BI → Dashboards + Screenshots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Data Was Loaded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Uploaded 3 CSV files to Google Colab: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NBA Player Stats_2024-25_2.csv (per-game stats)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NBA Player Advanced Stats_2024-25.csv (PER, USG%)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NBA Player Stats_2024-25_Total.csv (totals — reference)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Loaded in Python using:pg = pd.read_csv('NBA Player Stats_2024-25_2.csv')  adv = pd.read_csv('NBA Player Advanced Stats_2024-25.csv')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Merged on Player column:  df = pg_clean.merge(adv_clean, on='Player', how='left')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Loaded cleaned CSV into Tableau:  Connect → Text File → nba_stats_cleaned.csv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Loaded cleaned CSV into Power BI: Get Data → Text/CSV → nba_stats_cleaned.csv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VIZ 1 — Average Points Per Game by Position</a:t>
            </a:r>
            <a:endParaRPr sz="15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Tool: Power BI | Chart Type: Clustered Column Chart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100" y="1152467"/>
            <a:ext cx="8177449" cy="3700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95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VIZ 1 — Average Points Per Game by Position</a:t>
            </a:r>
            <a:endParaRPr sz="195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120"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column chart displaying the average points per game for each of the 5 NBA positions across 590 players in the 2024-25 season.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INSIGHTS:→ Point Guards (PG) lead all positions with ~10.52 avg PPG confirming their primary ball-handling and scoring role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Centers (C) have the lowest average at ~8.63 PPG their role is interior defense and rebounding, not scoring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Power Forwards (PF) rank second at ~10.05 PPG showing the evolution of the stretch big man in modern NBA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difference between highest (PG: 10.52) and lowest  (C: 8.63) is only ~1.9 points — scoring is more evenly  distributed across positions than commonly assumed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our first look at positional scoring differences: establishing the performance baseline for the entire analysis.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marR="7620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VIZ 2: Tableau Bar Chart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50" y="1017725"/>
            <a:ext cx="8710851" cy="377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5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VIZ 1 — Average Points Per Game by Position</a:t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Tableau's version of average points per game by position,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each bar color-coded by position for clear differentiation. Exact values labeled on top of each bar.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INSIGHTS: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PG leads at 10.521 PPG — consistent with Power BI findings,  confirming data accuracy across both visualization tools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Tableau's color-coding (blue=C, orange=PF, red=PG, teal=SF, green=SG) makes positional comparison instant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labeled values (8.631, 10.054, 10.521, 9.800, 9.581) provide precise reference points for positional analysis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Cross-tool consistency: Both Tableau and Power BI produce identical results, validating our cleaned dataset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Tableau's automatic color-by-dimension and value labels make positional comparisons more visually intuitivecompared to Power BI's single-color default bars.</a:t>
            </a:r>
            <a:endParaRPr sz="17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VIZ 3: Tableau PTS Box Plot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1152475"/>
            <a:ext cx="7643799" cy="375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PTS BOX PLOT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box-and-whisker plot showing the full distribution of points per game for each position — not just the average,but the spread, median, range, and outliers for all 590 players.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INSIGHTS: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PG has the highest median and widest spread — Point Guards  range from bench players (3-4 PPG) to superstars (32+ PPG</a:t>
            </a: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showing the biggest performance gap of any position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SF (Small Forwards) show the second-highest median,reflecting the versatile scoring role in modern offenses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 (Centers) show a tight cluster at lower values :most centers score modestly, with a few elite exceptions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like Nikola Jokic (29.6 PPG) as clear outliers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whiskers reveal that EVERY position has significant  variance — no position is uniformly high or low scoring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BOX PLOT OVER BAR CHART:The bar chart (VIZ 1 &amp; 2) only shows averages. This box plot reveals the FULL story the range,outliers, and spread that averages hide completely.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 Tableau REB Box Plot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33450"/>
            <a:ext cx="7733626" cy="397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 Tableau REB Box Plot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distribution plot comparing total rebounds per game across all 5 positions, revealing the strong positional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separation in rebounding roles in the NBA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Centers (C) completely dominate rebounding — their median is dramatically higher than every other position,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with total TRB sum of ~650 confirming interior dominance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Power Forwards (PF) are clear second with ~450 total — frontcourt players (C + PF) together own the glass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Point Guards (PG) have the lowest rebounding at ~260 —guards focus on ball handling and scoring, not boards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separation between frontcourt (C, PF) and backcourt(PG, SG) is the most dramatic positional split of any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statistical category in this entire analysis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This confirms: rebounding is the most position-defined  stat in the NBA — more so than scoring or assists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Rebounding tells us more clearly than any other stat exactly what role each position plays on the court.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marR="7620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VIZ 5: Power BI Top 15 Table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150" y="969150"/>
            <a:ext cx="5385701" cy="439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Power BI Top 15 Table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filtered and sorted table displaying the top 15 highest-scoring NBA players in the 2024-25 season,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showing Player, Position, Team, and Points Per Game.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INSIGHTS: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Shai Gilgeous-Alexander (OKC) leads the league at 32.70 PPG — the only player above 32 PPG this season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Giannis Antetokounmpo (MIL) at 30.40 PPG is the top scoring big man, challenging traditional position roles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Nikola Jokic (DEN) at 29.60 PPG proves Centers can be elite scorers — breaking the "centers don't score" myth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Point Guards dominate the top 15 list — PG appears most frequently, confirming the modern NBA is guard-driven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gap between #1 (SGA: 32.7) and #15 (LaMelo: 25.2)  is only 7.5 points — the elite tier is tightly clustered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Multiple teams appear: OKC, MIL, DEN, MIN, BOS  elite scoring is spread across the entire league.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Putting real names and numbers to the elite tier weidentified in our distribution analysis.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Power BI FG% vs PTS Scatter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349" y="1017725"/>
            <a:ext cx="6385100" cy="448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Power BI FG% vs PTS Scatter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scatter plot with one dot per player showing the relationship between shooting efficiency (FG%) on the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X-axis and scoring output (PTS) on the Y-axis.Each color represents a different position.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WEAK positive correlation — high FG% does NOT guarantee  high scoring. Many high-FG% players score modestly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highest scorers (25-35 PPG, top of chart) cluster  around FG% of 0.45-0.55 — not the highest FG% range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Centers (C, blue dots) appear right side of X-axis with high FG% (0.55-0.75) due to interior high-percentage shots but their PTS remains moderate — they are efficient, not high-volume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Guards (PG/SG) scatter widely across all FG% values :they take difficult long-range shots lowering efficiency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but are still the highest scorers due to pure volume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Scoring in the NBA is about VOLUME andUSAGE, not just shooting efficiency alone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correlation explored — efficiency vs. volume trade-offreveals that FG% and scoring tell very different stories.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marR="7620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Tableau USG% vs PER Scatter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125" y="1093000"/>
            <a:ext cx="6576349" cy="39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Tableau USG% vs PER Scatter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IT SHOWS: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scatter plot with one dot per player comparing Usage Rate (USG%) on X-axis vs Player Efficiency Rating (PER) on Y-axis, colored by position with separate linear trend lines for each position.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POSITIVE CORRELATION across all positions   as USG% increases, PER generally increases too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confirming that coaches give the ball to their best players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Each position has its own trend line showing different efficiency slopes — Centers have the steepest slope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meaning small usage increases yield large PER gains for bigs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Top-right cluster (high USG%, high PER) = true superstars: players like SGA, Giannis, Jokic appear here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Bottom-left cluster (low USG%, low PER) = bench/role players  who rarely touch the ball and contribute minimally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Outliers above trend lines = hidden gem players   low usage but surprisingly high efficiency (undervalued)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Tableau's per-position trend lines (5 separate lines) reveal that this relationship holds TRUE for every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single position independently — not just overall This is the most important correlation in our analysis —USG% is the strongest predictor of player impact (PER)and sets the foundation for Project 2 salary analysis.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Power BI USG% vs PER Scatter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3550"/>
            <a:ext cx="8520602" cy="352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Power BI USG% vs PER Scatter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BI's version of the USG% vs PER scatter plot,providing cross-tool validation of the same correlation found in Tableau, with the same 590-player datasett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Results are CONSISTENT with Tableau (VIZ 7) —  both tools confirm the positive USG% to PER relationship proving our data cleaning and analysis is accurate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extreme outlier at top-right (USG%≈35+, PER≈30+) is almost certainly Nikola Jokic — the most efficient high-usage player in the entire NBA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Power BI shows the data in aggregated form (Average per player)  making the central cluster more visible than Tableau's  individual player dots — both views add value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Players below PER=10 with moderate usage represent inefficient role players being overused by their teams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positive trend is clear: teams should maximize usage for their most efficient players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CROSS-TOOL VALIDATION:Having both Tableau AND Power BI confirm identical patterns</a:t>
            </a:r>
            <a:endParaRPr sz="12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us high confidence in our analytical conclusions.This dual-tool approach is a best practice in data visualization.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Tableau Dashboard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8225"/>
            <a:ext cx="6441526" cy="420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Color-coding by position is automatic and consistent  across all 4 charts simultaneously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Box-and-whisker plots are native and easy to build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Trend lines per position on scatter plots add deep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analytical value not available in basic Power BI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combined dashboard tells the complete Stage 1 and Stage 2 story in a single screen view</a:t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marR="76200" rtl="0" algn="r">
              <a:lnSpc>
                <a:spcPct val="132857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Power BI Dashboard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1207275"/>
            <a:ext cx="6834200" cy="368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Top 15 Scorers table is a unique addition not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 Tableau — puts real player names to the data story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Top N filtering makes finding elite performers instant</a:t>
            </a:r>
            <a:endParaRPr sz="16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Cross-visual interaction: clicking a position in the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bar chart filters all other visuals simultaneously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Power BI's business intelligence focus makes it ideal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for ranking and tabular analysis alongside charts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vs POWER BI — KEY DIFFERENCE: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 excels at statistical charts (box plots, trend lines)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 excels at business tables and interactive filtering.</a:t>
            </a:r>
            <a:endParaRPr sz="1352">
              <a:solidFill>
                <a:srgbClr val="4D4D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-GB" sz="1352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 they provide complete analytical coverage.</a:t>
            </a:r>
            <a:endParaRPr sz="189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